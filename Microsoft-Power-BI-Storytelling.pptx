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90" d="100"/>
          <a:sy n="90" d="100"/>
        </p:scale>
        <p:origin x="91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Insert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4851444" y="3310791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My 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2249496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Insert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Insert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Insert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0c49e61a-7431-418d-b9fd-c64338db5a80}">
  <we:reference id="WA200003233" version="2.0.0.3" store="en-US" storeType="OMEX"/>
  <we:alternateReferences/>
  <we:properties>
    <we:property name="Microsoft.Office.CampaignId" value="&quot;none&quot;"/>
    <we:property name="reportUrl" value="&quot;/groups/me/reports/de639013-9550-417a-9cf4-332ebce51160/4eb5383a8c23ae1419a8?bookmarkGuid=789842ac-ef87-407b-880a-3f7c7c01c5dd&amp;bookmarkUsage=1&amp;ctid=771e3c5f-4ff8-465c-8a8b-026e3bac0f12&amp;fromEntryPoint=export&quot;"/>
    <we:property name="reportState" value="&quot;CONNECTED&quot;"/>
    <we:property name="artifactViewState" value="&quot;live&quot;"/>
    <we:property name="reportEmbeddedTime" value="&quot;2025-11-09T16:47:06.155Z&quot;"/>
    <we:property name="creatorSessionId" value="&quot;81f7cd00-2e4e-4c1e-ac0d-c5b013a506fd&quot;"/>
    <we:property name="creatorUserId" value="&quot;10032001C96B3882&quot;"/>
    <we:property name="creatorTenantId" value="&quot;771e3c5f-4ff8-465c-8a8b-026e3bac0f12&quot;"/>
    <we:property name="pageDisplayName" value="&quot;Credit Score KPI&quot;"/>
    <we:property name="pageName" value="&quot;4eb5383a8c23ae1419a8&quot;"/>
    <we:property name="reportName" value="&quot;credit score analysis&quot;"/>
    <we:property name="isVisualContainerHeaderHidden" value="false"/>
    <we:property name="isFiltersActionButtonVisible" value="true"/>
    <we:property name="initialStateBookmark" value="&quot;H4sIAAAAAAAAA91X227bOBD9FUPPxoLUlcqb43ixRTeXjYO8LAJjSI4cNbIkUJQ33sD/vkPJSVsnWAdu6xp95HB4OHMOORw+eTpv6gJWF7BA78Q7raqHBZiHAfeGXrmxXV5+PB9df5xdjM4nZK5qm1dl4508eRbMHO1t3rRQOAQy/n039KAormDuRhkUDQ69Gk1TlVDk/2LvTFPWtLgeevhYF5UBBzm1YNHBLsmdxrQ3/41HtCUomy9xisr25hBlFIgAhPIDQB7yFAS5Nb1DF9qbLg67239clRbykvZxNs2TCLLQRwEKWZjGMcucPcsLu3GRq8ljbSg9SnpVO1pGegmlQu11ORhs+pCfvHOEpjVdIpOvJqZVaxReY4c9KW1uV4TzgKtFv6Lx1kTIlamIrm5qtJzPxgZ1bmdTVRGkm7+v/iEbMaW9E7a+I0uTl/NiQ+znFG/6MBUYFyK0tppiQQTdfjHrNCBB5SeyuzTXboNYpBxQxCqLlJKxr3SSHAsbH0pVLQ7Eg+KpyhIWBzxjIYZSxkoeCw+XrW0slJoynp2htIdhRGCUoS94hJpxSQcjYmwnI2MKaF6ZXFEI26SMq6JdlO/lZNw2ltQ3sw3kanYDssBtfl7cHFF/IBT2/mXFGzwNd2s3ms8NzsFuhpMD5vDhrJv6vS03tc/fR+mC4JAKySmY8T0Y630lLQ2MRnO66mQ7y81znfWHWzkdGRHru+engVZ8+qL4v8jtEvoZh+yuuy8pD5M4CCKeZInUWiaK4/4V5MjI37febNWUUDCNSqFKY+0rmfpRErul/wuVL6i9eI0FYepjkAg/EVxnTAs/5Duxmnuo38CKwlAgTyOmw4wFfpxFIt2JZfHRyurxNZpgcaJ95gulNYWW+lwe7k19p9o3VT3ou43BX5QSrR1Mcb7A8ltel73KzE/Iz93YoSeFDxm1ixBqlqUoVQa7H7gDyzSyg+u8efi1tHmdVC8IlwFdnDQgLWKUqYKI7+7BfoGO43t2i2ioWFKXSL+8Zq/T8tw99Nx9UwPxA/M69mYgi4IgTVgUisyXaSDoj7n7QYEujdPWWgrz1auiE2CBkjqNmc7cDwWcpPu9d1LS75ealDhIJUujjIlA7MSqSYELWObUlVRmG7OD/WzxiKB5p3xFn5eaftpXUGInSt1TmWPnRzeBfjZ9Jthd7Sfvz5xOYB/ALRRt99bSD8Xr9qCQcqfK+/x7Pdb/AfVd3XD6EAAA&quot;"/>
    <we:property name="bookmark" value="&quot;H4sIAAAAAAAAA91XTW/bOBD9K4bOxoLUJ5lb4qRoD/3YOuhlERhDcuiokSWDorzxBv7vO5ScbOME68LddY0eOSQf570nDYcPkSnbZQXrD7DA6Cy6aJq7Bbi7EY/GUT3EMkxUDCITGnQiCy5toWm2Wfqyqdvo7CHy4Obov5RtB1UAouAfN+MIquoTzMPIQtXiOFqia5saqvIvHBbTlHcdbsYR3i+rxkGAnHrwGGBXtJzGlAL/jWd0JGhfrnCK2g/hFFWWiASEjhNAnnIJgpa1w4I+tVeXBOz+/ElTeyhrOifEDC8ysGmMAjSyVOY5syFuy8pvl6j11f3SET0ivV4Gdc7NCmqNJuo5OGyHlB+i9wht53oiV88mpk3nNH7GHvuq9qVfE84drhfDjjbakCCfXENy9VPnq/ls4tCUfjbVDUGG+dvmT4qRUiY6Y5sbirRlPa+2wv5D8XpIU4MLKULnmylWJNCXb2aDB2So+krxQHMTDsiF5IAi1zbTWuWxNkVxKmq8q3WzOJIOmkttC5Yn3LIUU6VyrU5Fh4+dbz3UhhjPLlH54ygiMLMYC56hYVzRh5ExtleRCSU0b1ypKYVdUSZN1S3q79Vk0rWe3HezLeR6dg2qwl19npYFod4iVP72accrOo33e3c+nzucg98Or47I4d1lP/Wmq7e1Lz7E6YrgkArJBbjJLTgfPbOWBs6gu1j3tl2W7rHOxuMdTicmxObm8WqgHV+/Kf5PdgdCP+Mju+n/F8nTIk+SjBe2UMaoQnM8vIKcmPiH1pudmpIKZlBr1DI3sVYyzoo8bP1XqHJB7cVLLEhljEkh4kJwY5kRccr3YrW3sHwFK0tTgVxmzKSWJXFuMyH3Ynm896q5f4kmWF6YmMVCG0OpyZir492p3+n2dbMcDd3G6HeiRHtHU5wvsP6R2+WgMvMT+IU/dhwpEYOldhFSw6xEpS3sv+CObNO5H30u27tfy5uXpAZDuErox5EJeZGjkhoyvr8H+wU6jv+yW0RHxZK6RHrstQd9LY/dw6DdDzUQ/yOvU28GbJbQI5plqbCxkomgN+b+CwV6Ghed95Tmi1vFFMASrYzMmbHhhQLB0sPuO6Xo9UtNSp5IxWRmmUjEXqwlOfABViV1JY3bxexhn0X+BptjWOt1EAAA&quot;"/>
    <we:property name="datasetId" value="&quot;8bf30c8e-2a64-4053-b085-b04784f5556a&quot;"/>
    <we:property name="embedUrl" value="&quot;/reportEmbed?reportId=de639013-9550-417a-9cf4-332ebce51160&amp;config=eyJjbHVzdGVyVXJsIjoiaHR0cHM6Ly9XQUJJLVVBRS1OT1JUSC1BLVBSSU1BUlk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JIJI ANN</cp:lastModifiedBy>
  <cp:revision>3</cp:revision>
  <dcterms:created xsi:type="dcterms:W3CDTF">2018-06-07T21:39:02Z</dcterms:created>
  <dcterms:modified xsi:type="dcterms:W3CDTF">2025-11-09T16:47:47Z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